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4"/>
  </p:notesMasterIdLst>
  <p:sldIdLst>
    <p:sldId id="257" r:id="rId2"/>
    <p:sldId id="258" r:id="rId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3471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56" d="100"/>
          <a:sy n="56" d="100"/>
        </p:scale>
        <p:origin x="1000"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8E5EF78-1570-4EB4-8D84-6E1AB73DA94F}" type="datetimeFigureOut">
              <a:rPr lang="en-IN" smtClean="0"/>
              <a:t>21-05-2026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D7CF993-A0BD-4FCB-9430-14F1660D0970}" type="slidenum">
              <a:rPr lang="en-IN" smtClean="0"/>
              <a:t>‹#›</a:t>
            </a:fld>
            <a:endParaRPr lang="en-IN"/>
          </a:p>
        </p:txBody>
      </p:sp>
    </p:spTree>
    <p:extLst>
      <p:ext uri="{BB962C8B-B14F-4D97-AF65-F5344CB8AC3E}">
        <p14:creationId xmlns:p14="http://schemas.microsoft.com/office/powerpoint/2010/main" val="33741026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56BFA9-B3F6-9055-8F6A-63C6B2C1566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CF118E6F-C2ED-8038-9DCC-9BA1E2545E3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0571FE9D-8AD8-04E0-2CB4-AAF5AB4F239A}"/>
              </a:ext>
            </a:extLst>
          </p:cNvPr>
          <p:cNvSpPr>
            <a:spLocks noGrp="1"/>
          </p:cNvSpPr>
          <p:nvPr>
            <p:ph type="dt" sz="half" idx="10"/>
          </p:nvPr>
        </p:nvSpPr>
        <p:spPr>
          <a:xfrm>
            <a:off x="838200" y="6356350"/>
            <a:ext cx="2743200" cy="365125"/>
          </a:xfrm>
          <a:prstGeom prst="rect">
            <a:avLst/>
          </a:prstGeom>
        </p:spPr>
        <p:txBody>
          <a:bodyPr/>
          <a:lstStyle/>
          <a:p>
            <a:fld id="{DD67A9E4-5823-4BAD-9E61-0C23224EE862}" type="datetime1">
              <a:rPr lang="en-IN" smtClean="0"/>
              <a:t>21-05-2026</a:t>
            </a:fld>
            <a:endParaRPr lang="en-IN"/>
          </a:p>
        </p:txBody>
      </p:sp>
      <p:sp>
        <p:nvSpPr>
          <p:cNvPr id="5" name="Footer Placeholder 4">
            <a:extLst>
              <a:ext uri="{FF2B5EF4-FFF2-40B4-BE49-F238E27FC236}">
                <a16:creationId xmlns:a16="http://schemas.microsoft.com/office/drawing/2014/main" id="{A422DE32-55D7-2AD3-1C56-921DC9140270}"/>
              </a:ext>
            </a:extLst>
          </p:cNvPr>
          <p:cNvSpPr>
            <a:spLocks noGrp="1"/>
          </p:cNvSpPr>
          <p:nvPr>
            <p:ph type="ftr" sz="quarter" idx="11"/>
          </p:nvPr>
        </p:nvSpPr>
        <p:spPr/>
        <p:txBody>
          <a:bodyPr/>
          <a:lstStyle/>
          <a:p>
            <a:r>
              <a:rPr lang="en-US"/>
              <a:t>Pavement Sustainability Frontiers: From Materials to Maintenance</a:t>
            </a:r>
            <a:endParaRPr lang="en-IN"/>
          </a:p>
        </p:txBody>
      </p:sp>
      <p:sp>
        <p:nvSpPr>
          <p:cNvPr id="6" name="Slide Number Placeholder 5">
            <a:extLst>
              <a:ext uri="{FF2B5EF4-FFF2-40B4-BE49-F238E27FC236}">
                <a16:creationId xmlns:a16="http://schemas.microsoft.com/office/drawing/2014/main" id="{46611D23-42E9-B2B4-9345-5EB0824786DC}"/>
              </a:ext>
            </a:extLst>
          </p:cNvPr>
          <p:cNvSpPr>
            <a:spLocks noGrp="1"/>
          </p:cNvSpPr>
          <p:nvPr>
            <p:ph type="sldNum" sz="quarter" idx="12"/>
          </p:nvPr>
        </p:nvSpPr>
        <p:spPr/>
        <p:txBody>
          <a:bodyPr/>
          <a:lstStyle/>
          <a:p>
            <a:fld id="{97B32349-2180-4B67-A189-4DD30E0D9322}" type="slidenum">
              <a:rPr lang="en-IN" smtClean="0"/>
              <a:t>‹#›</a:t>
            </a:fld>
            <a:endParaRPr lang="en-IN"/>
          </a:p>
        </p:txBody>
      </p:sp>
    </p:spTree>
    <p:extLst>
      <p:ext uri="{BB962C8B-B14F-4D97-AF65-F5344CB8AC3E}">
        <p14:creationId xmlns:p14="http://schemas.microsoft.com/office/powerpoint/2010/main" val="19182639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706F9B-6FB6-AB68-C0B8-F1565F744BB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8F59957-2812-1506-AAD8-7C190EE01F5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C10ED92-BD5A-5848-D0F6-7C4785329600}"/>
              </a:ext>
            </a:extLst>
          </p:cNvPr>
          <p:cNvSpPr>
            <a:spLocks noGrp="1"/>
          </p:cNvSpPr>
          <p:nvPr>
            <p:ph type="dt" sz="half" idx="10"/>
          </p:nvPr>
        </p:nvSpPr>
        <p:spPr>
          <a:xfrm>
            <a:off x="838200" y="6356350"/>
            <a:ext cx="2743200" cy="365125"/>
          </a:xfrm>
          <a:prstGeom prst="rect">
            <a:avLst/>
          </a:prstGeom>
        </p:spPr>
        <p:txBody>
          <a:bodyPr/>
          <a:lstStyle/>
          <a:p>
            <a:fld id="{AB5F98C9-A07E-4DE6-9B9D-FDBF4E241E04}" type="datetime1">
              <a:rPr lang="en-IN" smtClean="0"/>
              <a:t>21-05-2026</a:t>
            </a:fld>
            <a:endParaRPr lang="en-IN"/>
          </a:p>
        </p:txBody>
      </p:sp>
      <p:sp>
        <p:nvSpPr>
          <p:cNvPr id="5" name="Footer Placeholder 4">
            <a:extLst>
              <a:ext uri="{FF2B5EF4-FFF2-40B4-BE49-F238E27FC236}">
                <a16:creationId xmlns:a16="http://schemas.microsoft.com/office/drawing/2014/main" id="{8903C983-CAC1-81D6-FC4B-D58FC3D194AD}"/>
              </a:ext>
            </a:extLst>
          </p:cNvPr>
          <p:cNvSpPr>
            <a:spLocks noGrp="1"/>
          </p:cNvSpPr>
          <p:nvPr>
            <p:ph type="ftr" sz="quarter" idx="11"/>
          </p:nvPr>
        </p:nvSpPr>
        <p:spPr/>
        <p:txBody>
          <a:bodyPr/>
          <a:lstStyle/>
          <a:p>
            <a:r>
              <a:rPr lang="en-US"/>
              <a:t>Pavement Sustainability Frontiers: From Materials to Maintenance</a:t>
            </a:r>
            <a:endParaRPr lang="en-IN"/>
          </a:p>
        </p:txBody>
      </p:sp>
      <p:sp>
        <p:nvSpPr>
          <p:cNvPr id="6" name="Slide Number Placeholder 5">
            <a:extLst>
              <a:ext uri="{FF2B5EF4-FFF2-40B4-BE49-F238E27FC236}">
                <a16:creationId xmlns:a16="http://schemas.microsoft.com/office/drawing/2014/main" id="{E7A07F47-5C04-C531-E916-745BF92DC8DE}"/>
              </a:ext>
            </a:extLst>
          </p:cNvPr>
          <p:cNvSpPr>
            <a:spLocks noGrp="1"/>
          </p:cNvSpPr>
          <p:nvPr>
            <p:ph type="sldNum" sz="quarter" idx="12"/>
          </p:nvPr>
        </p:nvSpPr>
        <p:spPr/>
        <p:txBody>
          <a:bodyPr/>
          <a:lstStyle/>
          <a:p>
            <a:fld id="{97B32349-2180-4B67-A189-4DD30E0D9322}" type="slidenum">
              <a:rPr lang="en-IN" smtClean="0"/>
              <a:t>‹#›</a:t>
            </a:fld>
            <a:endParaRPr lang="en-IN"/>
          </a:p>
        </p:txBody>
      </p:sp>
    </p:spTree>
    <p:extLst>
      <p:ext uri="{BB962C8B-B14F-4D97-AF65-F5344CB8AC3E}">
        <p14:creationId xmlns:p14="http://schemas.microsoft.com/office/powerpoint/2010/main" val="3072001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845C19-1179-609D-E17E-1F598DE6D92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E817EE2B-77B0-C5D9-E775-A3E22D497F9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ED8E103-F465-A653-D5D4-1487A420214B}"/>
              </a:ext>
            </a:extLst>
          </p:cNvPr>
          <p:cNvSpPr>
            <a:spLocks noGrp="1"/>
          </p:cNvSpPr>
          <p:nvPr>
            <p:ph type="dt" sz="half" idx="10"/>
          </p:nvPr>
        </p:nvSpPr>
        <p:spPr>
          <a:xfrm>
            <a:off x="838200" y="6356350"/>
            <a:ext cx="2743200" cy="365125"/>
          </a:xfrm>
          <a:prstGeom prst="rect">
            <a:avLst/>
          </a:prstGeom>
        </p:spPr>
        <p:txBody>
          <a:bodyPr/>
          <a:lstStyle/>
          <a:p>
            <a:fld id="{DA9ACF49-8C96-45B5-A780-262E59E55154}" type="datetime1">
              <a:rPr lang="en-IN" smtClean="0"/>
              <a:t>21-05-2026</a:t>
            </a:fld>
            <a:endParaRPr lang="en-IN"/>
          </a:p>
        </p:txBody>
      </p:sp>
      <p:sp>
        <p:nvSpPr>
          <p:cNvPr id="5" name="Footer Placeholder 4">
            <a:extLst>
              <a:ext uri="{FF2B5EF4-FFF2-40B4-BE49-F238E27FC236}">
                <a16:creationId xmlns:a16="http://schemas.microsoft.com/office/drawing/2014/main" id="{DD913C82-E895-A59A-ABAE-5FB97F98DF85}"/>
              </a:ext>
            </a:extLst>
          </p:cNvPr>
          <p:cNvSpPr>
            <a:spLocks noGrp="1"/>
          </p:cNvSpPr>
          <p:nvPr>
            <p:ph type="ftr" sz="quarter" idx="11"/>
          </p:nvPr>
        </p:nvSpPr>
        <p:spPr/>
        <p:txBody>
          <a:bodyPr/>
          <a:lstStyle/>
          <a:p>
            <a:r>
              <a:rPr lang="en-US"/>
              <a:t>Pavement Sustainability Frontiers: From Materials to Maintenance</a:t>
            </a:r>
            <a:endParaRPr lang="en-IN"/>
          </a:p>
        </p:txBody>
      </p:sp>
      <p:sp>
        <p:nvSpPr>
          <p:cNvPr id="6" name="Slide Number Placeholder 5">
            <a:extLst>
              <a:ext uri="{FF2B5EF4-FFF2-40B4-BE49-F238E27FC236}">
                <a16:creationId xmlns:a16="http://schemas.microsoft.com/office/drawing/2014/main" id="{67334B47-18AC-4A5A-606B-012BDC7381B8}"/>
              </a:ext>
            </a:extLst>
          </p:cNvPr>
          <p:cNvSpPr>
            <a:spLocks noGrp="1"/>
          </p:cNvSpPr>
          <p:nvPr>
            <p:ph type="sldNum" sz="quarter" idx="12"/>
          </p:nvPr>
        </p:nvSpPr>
        <p:spPr/>
        <p:txBody>
          <a:bodyPr/>
          <a:lstStyle/>
          <a:p>
            <a:fld id="{97B32349-2180-4B67-A189-4DD30E0D9322}" type="slidenum">
              <a:rPr lang="en-IN" smtClean="0"/>
              <a:t>‹#›</a:t>
            </a:fld>
            <a:endParaRPr lang="en-IN"/>
          </a:p>
        </p:txBody>
      </p:sp>
    </p:spTree>
    <p:extLst>
      <p:ext uri="{BB962C8B-B14F-4D97-AF65-F5344CB8AC3E}">
        <p14:creationId xmlns:p14="http://schemas.microsoft.com/office/powerpoint/2010/main" val="33402074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745709-FBF9-538C-07AD-131015EB7C8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4D61723-79FF-850A-DE01-A3472F6B17F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28DDF195-E2A5-8C99-E919-A6FCA6CB6A7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0FF688D2-B33F-D8AD-F162-AFE8424C1AE7}"/>
              </a:ext>
            </a:extLst>
          </p:cNvPr>
          <p:cNvSpPr>
            <a:spLocks noGrp="1"/>
          </p:cNvSpPr>
          <p:nvPr>
            <p:ph type="dt" sz="half" idx="10"/>
          </p:nvPr>
        </p:nvSpPr>
        <p:spPr>
          <a:xfrm>
            <a:off x="838200" y="6356350"/>
            <a:ext cx="2743200" cy="365125"/>
          </a:xfrm>
          <a:prstGeom prst="rect">
            <a:avLst/>
          </a:prstGeom>
        </p:spPr>
        <p:txBody>
          <a:bodyPr/>
          <a:lstStyle/>
          <a:p>
            <a:fld id="{C17E3CF9-E0ED-4101-BBB9-5ED2B22C946E}" type="datetime1">
              <a:rPr lang="en-IN" smtClean="0"/>
              <a:t>21-05-2026</a:t>
            </a:fld>
            <a:endParaRPr lang="en-IN"/>
          </a:p>
        </p:txBody>
      </p:sp>
      <p:sp>
        <p:nvSpPr>
          <p:cNvPr id="6" name="Footer Placeholder 5">
            <a:extLst>
              <a:ext uri="{FF2B5EF4-FFF2-40B4-BE49-F238E27FC236}">
                <a16:creationId xmlns:a16="http://schemas.microsoft.com/office/drawing/2014/main" id="{65B39691-D000-95AB-7684-9B42A6AD7F15}"/>
              </a:ext>
            </a:extLst>
          </p:cNvPr>
          <p:cNvSpPr>
            <a:spLocks noGrp="1"/>
          </p:cNvSpPr>
          <p:nvPr>
            <p:ph type="ftr" sz="quarter" idx="11"/>
          </p:nvPr>
        </p:nvSpPr>
        <p:spPr/>
        <p:txBody>
          <a:bodyPr/>
          <a:lstStyle/>
          <a:p>
            <a:r>
              <a:rPr lang="en-US"/>
              <a:t>Pavement Sustainability Frontiers: From Materials to Maintenance</a:t>
            </a:r>
            <a:endParaRPr lang="en-IN"/>
          </a:p>
        </p:txBody>
      </p:sp>
      <p:sp>
        <p:nvSpPr>
          <p:cNvPr id="7" name="Slide Number Placeholder 6">
            <a:extLst>
              <a:ext uri="{FF2B5EF4-FFF2-40B4-BE49-F238E27FC236}">
                <a16:creationId xmlns:a16="http://schemas.microsoft.com/office/drawing/2014/main" id="{34937B37-B21E-26BA-53C1-E73D987761D2}"/>
              </a:ext>
            </a:extLst>
          </p:cNvPr>
          <p:cNvSpPr>
            <a:spLocks noGrp="1"/>
          </p:cNvSpPr>
          <p:nvPr>
            <p:ph type="sldNum" sz="quarter" idx="12"/>
          </p:nvPr>
        </p:nvSpPr>
        <p:spPr/>
        <p:txBody>
          <a:bodyPr/>
          <a:lstStyle/>
          <a:p>
            <a:fld id="{97B32349-2180-4B67-A189-4DD30E0D9322}" type="slidenum">
              <a:rPr lang="en-IN" smtClean="0"/>
              <a:t>‹#›</a:t>
            </a:fld>
            <a:endParaRPr lang="en-IN"/>
          </a:p>
        </p:txBody>
      </p:sp>
    </p:spTree>
    <p:extLst>
      <p:ext uri="{BB962C8B-B14F-4D97-AF65-F5344CB8AC3E}">
        <p14:creationId xmlns:p14="http://schemas.microsoft.com/office/powerpoint/2010/main" val="4544318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E720E0-4AB0-B5A6-3BC0-3F65A09B8562}"/>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00C0963-18F6-3E23-AEAD-E69FD908B73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E42CEAC-2528-0BCD-8AD1-F2A24F88BF0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52D02E24-1205-3454-0D18-3174EEC217E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5D05E78-23BA-3223-102D-3C1EA325A79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9AF3DDEC-F180-05EC-B160-39D3B7A335E6}"/>
              </a:ext>
            </a:extLst>
          </p:cNvPr>
          <p:cNvSpPr>
            <a:spLocks noGrp="1"/>
          </p:cNvSpPr>
          <p:nvPr>
            <p:ph type="dt" sz="half" idx="10"/>
          </p:nvPr>
        </p:nvSpPr>
        <p:spPr>
          <a:xfrm>
            <a:off x="838200" y="6356350"/>
            <a:ext cx="2743200" cy="365125"/>
          </a:xfrm>
          <a:prstGeom prst="rect">
            <a:avLst/>
          </a:prstGeom>
        </p:spPr>
        <p:txBody>
          <a:bodyPr/>
          <a:lstStyle/>
          <a:p>
            <a:fld id="{1513849E-672F-4674-BBA2-4B96FEA99F2E}" type="datetime1">
              <a:rPr lang="en-IN" smtClean="0"/>
              <a:t>21-05-2026</a:t>
            </a:fld>
            <a:endParaRPr lang="en-IN"/>
          </a:p>
        </p:txBody>
      </p:sp>
      <p:sp>
        <p:nvSpPr>
          <p:cNvPr id="8" name="Footer Placeholder 7">
            <a:extLst>
              <a:ext uri="{FF2B5EF4-FFF2-40B4-BE49-F238E27FC236}">
                <a16:creationId xmlns:a16="http://schemas.microsoft.com/office/drawing/2014/main" id="{47DC9D6C-1C89-9AE6-B50D-81A09453A588}"/>
              </a:ext>
            </a:extLst>
          </p:cNvPr>
          <p:cNvSpPr>
            <a:spLocks noGrp="1"/>
          </p:cNvSpPr>
          <p:nvPr>
            <p:ph type="ftr" sz="quarter" idx="11"/>
          </p:nvPr>
        </p:nvSpPr>
        <p:spPr/>
        <p:txBody>
          <a:bodyPr/>
          <a:lstStyle/>
          <a:p>
            <a:r>
              <a:rPr lang="en-US"/>
              <a:t>Pavement Sustainability Frontiers: From Materials to Maintenance</a:t>
            </a:r>
            <a:endParaRPr lang="en-IN"/>
          </a:p>
        </p:txBody>
      </p:sp>
      <p:sp>
        <p:nvSpPr>
          <p:cNvPr id="9" name="Slide Number Placeholder 8">
            <a:extLst>
              <a:ext uri="{FF2B5EF4-FFF2-40B4-BE49-F238E27FC236}">
                <a16:creationId xmlns:a16="http://schemas.microsoft.com/office/drawing/2014/main" id="{649459F9-BA23-001F-0528-5CFA73E90437}"/>
              </a:ext>
            </a:extLst>
          </p:cNvPr>
          <p:cNvSpPr>
            <a:spLocks noGrp="1"/>
          </p:cNvSpPr>
          <p:nvPr>
            <p:ph type="sldNum" sz="quarter" idx="12"/>
          </p:nvPr>
        </p:nvSpPr>
        <p:spPr/>
        <p:txBody>
          <a:bodyPr/>
          <a:lstStyle/>
          <a:p>
            <a:fld id="{97B32349-2180-4B67-A189-4DD30E0D9322}" type="slidenum">
              <a:rPr lang="en-IN" smtClean="0"/>
              <a:t>‹#›</a:t>
            </a:fld>
            <a:endParaRPr lang="en-IN"/>
          </a:p>
        </p:txBody>
      </p:sp>
    </p:spTree>
    <p:extLst>
      <p:ext uri="{BB962C8B-B14F-4D97-AF65-F5344CB8AC3E}">
        <p14:creationId xmlns:p14="http://schemas.microsoft.com/office/powerpoint/2010/main" val="18009580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E58C10-53DF-871D-9417-9A384F422730}"/>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F8797715-339F-082D-E8F2-535A04C32474}"/>
              </a:ext>
            </a:extLst>
          </p:cNvPr>
          <p:cNvSpPr>
            <a:spLocks noGrp="1"/>
          </p:cNvSpPr>
          <p:nvPr>
            <p:ph type="dt" sz="half" idx="10"/>
          </p:nvPr>
        </p:nvSpPr>
        <p:spPr>
          <a:xfrm>
            <a:off x="838200" y="6356350"/>
            <a:ext cx="2743200" cy="365125"/>
          </a:xfrm>
          <a:prstGeom prst="rect">
            <a:avLst/>
          </a:prstGeom>
        </p:spPr>
        <p:txBody>
          <a:bodyPr/>
          <a:lstStyle/>
          <a:p>
            <a:fld id="{761690A4-CAC2-4E6B-8A98-A2530C74F75C}" type="datetime1">
              <a:rPr lang="en-IN" smtClean="0"/>
              <a:t>21-05-2026</a:t>
            </a:fld>
            <a:endParaRPr lang="en-IN"/>
          </a:p>
        </p:txBody>
      </p:sp>
      <p:sp>
        <p:nvSpPr>
          <p:cNvPr id="4" name="Footer Placeholder 3">
            <a:extLst>
              <a:ext uri="{FF2B5EF4-FFF2-40B4-BE49-F238E27FC236}">
                <a16:creationId xmlns:a16="http://schemas.microsoft.com/office/drawing/2014/main" id="{A197BAC5-9172-321C-4AFD-CEB21599443D}"/>
              </a:ext>
            </a:extLst>
          </p:cNvPr>
          <p:cNvSpPr>
            <a:spLocks noGrp="1"/>
          </p:cNvSpPr>
          <p:nvPr>
            <p:ph type="ftr" sz="quarter" idx="11"/>
          </p:nvPr>
        </p:nvSpPr>
        <p:spPr/>
        <p:txBody>
          <a:bodyPr/>
          <a:lstStyle/>
          <a:p>
            <a:r>
              <a:rPr lang="en-US"/>
              <a:t>Pavement Sustainability Frontiers: From Materials to Maintenance</a:t>
            </a:r>
            <a:endParaRPr lang="en-IN"/>
          </a:p>
        </p:txBody>
      </p:sp>
      <p:sp>
        <p:nvSpPr>
          <p:cNvPr id="5" name="Slide Number Placeholder 4">
            <a:extLst>
              <a:ext uri="{FF2B5EF4-FFF2-40B4-BE49-F238E27FC236}">
                <a16:creationId xmlns:a16="http://schemas.microsoft.com/office/drawing/2014/main" id="{AF3646D7-0DBF-4D7D-88D8-73B0A6475655}"/>
              </a:ext>
            </a:extLst>
          </p:cNvPr>
          <p:cNvSpPr>
            <a:spLocks noGrp="1"/>
          </p:cNvSpPr>
          <p:nvPr>
            <p:ph type="sldNum" sz="quarter" idx="12"/>
          </p:nvPr>
        </p:nvSpPr>
        <p:spPr/>
        <p:txBody>
          <a:bodyPr/>
          <a:lstStyle/>
          <a:p>
            <a:fld id="{97B32349-2180-4B67-A189-4DD30E0D9322}" type="slidenum">
              <a:rPr lang="en-IN" smtClean="0"/>
              <a:t>‹#›</a:t>
            </a:fld>
            <a:endParaRPr lang="en-IN"/>
          </a:p>
        </p:txBody>
      </p:sp>
    </p:spTree>
    <p:extLst>
      <p:ext uri="{BB962C8B-B14F-4D97-AF65-F5344CB8AC3E}">
        <p14:creationId xmlns:p14="http://schemas.microsoft.com/office/powerpoint/2010/main" val="26877193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DB5C1AA-1EA1-B362-D15D-5AB8D0FE519E}"/>
              </a:ext>
            </a:extLst>
          </p:cNvPr>
          <p:cNvSpPr>
            <a:spLocks noGrp="1"/>
          </p:cNvSpPr>
          <p:nvPr>
            <p:ph type="dt" sz="half" idx="10"/>
          </p:nvPr>
        </p:nvSpPr>
        <p:spPr>
          <a:xfrm>
            <a:off x="838200" y="6356350"/>
            <a:ext cx="2743200" cy="365125"/>
          </a:xfrm>
          <a:prstGeom prst="rect">
            <a:avLst/>
          </a:prstGeom>
        </p:spPr>
        <p:txBody>
          <a:bodyPr/>
          <a:lstStyle/>
          <a:p>
            <a:fld id="{63F976A5-17DC-478F-83BE-48129F63AD33}" type="datetime1">
              <a:rPr lang="en-IN" smtClean="0"/>
              <a:t>21-05-2026</a:t>
            </a:fld>
            <a:endParaRPr lang="en-IN"/>
          </a:p>
        </p:txBody>
      </p:sp>
      <p:sp>
        <p:nvSpPr>
          <p:cNvPr id="3" name="Footer Placeholder 2">
            <a:extLst>
              <a:ext uri="{FF2B5EF4-FFF2-40B4-BE49-F238E27FC236}">
                <a16:creationId xmlns:a16="http://schemas.microsoft.com/office/drawing/2014/main" id="{8A885D79-67DF-818D-AAFD-C8495A89459C}"/>
              </a:ext>
            </a:extLst>
          </p:cNvPr>
          <p:cNvSpPr>
            <a:spLocks noGrp="1"/>
          </p:cNvSpPr>
          <p:nvPr>
            <p:ph type="ftr" sz="quarter" idx="11"/>
          </p:nvPr>
        </p:nvSpPr>
        <p:spPr/>
        <p:txBody>
          <a:bodyPr/>
          <a:lstStyle/>
          <a:p>
            <a:r>
              <a:rPr lang="en-US"/>
              <a:t>Pavement Sustainability Frontiers: From Materials to Maintenance</a:t>
            </a:r>
            <a:endParaRPr lang="en-IN"/>
          </a:p>
        </p:txBody>
      </p:sp>
      <p:sp>
        <p:nvSpPr>
          <p:cNvPr id="4" name="Slide Number Placeholder 3">
            <a:extLst>
              <a:ext uri="{FF2B5EF4-FFF2-40B4-BE49-F238E27FC236}">
                <a16:creationId xmlns:a16="http://schemas.microsoft.com/office/drawing/2014/main" id="{57E189A3-6578-6CBA-2DE5-5A0BC1551D19}"/>
              </a:ext>
            </a:extLst>
          </p:cNvPr>
          <p:cNvSpPr>
            <a:spLocks noGrp="1"/>
          </p:cNvSpPr>
          <p:nvPr>
            <p:ph type="sldNum" sz="quarter" idx="12"/>
          </p:nvPr>
        </p:nvSpPr>
        <p:spPr/>
        <p:txBody>
          <a:bodyPr/>
          <a:lstStyle/>
          <a:p>
            <a:fld id="{97B32349-2180-4B67-A189-4DD30E0D9322}" type="slidenum">
              <a:rPr lang="en-IN" smtClean="0"/>
              <a:t>‹#›</a:t>
            </a:fld>
            <a:endParaRPr lang="en-IN"/>
          </a:p>
        </p:txBody>
      </p:sp>
    </p:spTree>
    <p:extLst>
      <p:ext uri="{BB962C8B-B14F-4D97-AF65-F5344CB8AC3E}">
        <p14:creationId xmlns:p14="http://schemas.microsoft.com/office/powerpoint/2010/main" val="22112628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305807-1A1F-AAC9-4AA5-729735EFFEC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B6B26C67-A5A3-C73A-CD92-62EACB2CA7D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7F2684F9-A5CB-33F1-1374-B0C0057A316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A61C035-8989-7A88-DBC6-93870E34C91C}"/>
              </a:ext>
            </a:extLst>
          </p:cNvPr>
          <p:cNvSpPr>
            <a:spLocks noGrp="1"/>
          </p:cNvSpPr>
          <p:nvPr>
            <p:ph type="dt" sz="half" idx="10"/>
          </p:nvPr>
        </p:nvSpPr>
        <p:spPr>
          <a:xfrm>
            <a:off x="838200" y="6356350"/>
            <a:ext cx="2743200" cy="365125"/>
          </a:xfrm>
          <a:prstGeom prst="rect">
            <a:avLst/>
          </a:prstGeom>
        </p:spPr>
        <p:txBody>
          <a:bodyPr/>
          <a:lstStyle/>
          <a:p>
            <a:fld id="{4A6F1A1D-1ABA-432B-AA87-D25AD2F8EEF1}" type="datetime1">
              <a:rPr lang="en-IN" smtClean="0"/>
              <a:t>21-05-2026</a:t>
            </a:fld>
            <a:endParaRPr lang="en-IN"/>
          </a:p>
        </p:txBody>
      </p:sp>
      <p:sp>
        <p:nvSpPr>
          <p:cNvPr id="6" name="Footer Placeholder 5">
            <a:extLst>
              <a:ext uri="{FF2B5EF4-FFF2-40B4-BE49-F238E27FC236}">
                <a16:creationId xmlns:a16="http://schemas.microsoft.com/office/drawing/2014/main" id="{DB5119F3-C175-45C3-4F66-34ADA547CEB4}"/>
              </a:ext>
            </a:extLst>
          </p:cNvPr>
          <p:cNvSpPr>
            <a:spLocks noGrp="1"/>
          </p:cNvSpPr>
          <p:nvPr>
            <p:ph type="ftr" sz="quarter" idx="11"/>
          </p:nvPr>
        </p:nvSpPr>
        <p:spPr/>
        <p:txBody>
          <a:bodyPr/>
          <a:lstStyle/>
          <a:p>
            <a:r>
              <a:rPr lang="en-US"/>
              <a:t>Pavement Sustainability Frontiers: From Materials to Maintenance</a:t>
            </a:r>
            <a:endParaRPr lang="en-IN"/>
          </a:p>
        </p:txBody>
      </p:sp>
      <p:sp>
        <p:nvSpPr>
          <p:cNvPr id="7" name="Slide Number Placeholder 6">
            <a:extLst>
              <a:ext uri="{FF2B5EF4-FFF2-40B4-BE49-F238E27FC236}">
                <a16:creationId xmlns:a16="http://schemas.microsoft.com/office/drawing/2014/main" id="{6BDD7A41-537E-4B7D-AEEF-7BEFE4834136}"/>
              </a:ext>
            </a:extLst>
          </p:cNvPr>
          <p:cNvSpPr>
            <a:spLocks noGrp="1"/>
          </p:cNvSpPr>
          <p:nvPr>
            <p:ph type="sldNum" sz="quarter" idx="12"/>
          </p:nvPr>
        </p:nvSpPr>
        <p:spPr/>
        <p:txBody>
          <a:bodyPr/>
          <a:lstStyle/>
          <a:p>
            <a:fld id="{97B32349-2180-4B67-A189-4DD30E0D9322}" type="slidenum">
              <a:rPr lang="en-IN" smtClean="0"/>
              <a:t>‹#›</a:t>
            </a:fld>
            <a:endParaRPr lang="en-IN"/>
          </a:p>
        </p:txBody>
      </p:sp>
    </p:spTree>
    <p:extLst>
      <p:ext uri="{BB962C8B-B14F-4D97-AF65-F5344CB8AC3E}">
        <p14:creationId xmlns:p14="http://schemas.microsoft.com/office/powerpoint/2010/main" val="28227359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EFA29C-E733-DA03-64A5-E543C188718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552FC6E2-A5CD-E5CE-F473-43DB66A39A6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7867B1CF-2823-8F7A-EBA8-D9BA4272B40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35E1BAC-82B0-BDC8-C04D-B7CF897242C3}"/>
              </a:ext>
            </a:extLst>
          </p:cNvPr>
          <p:cNvSpPr>
            <a:spLocks noGrp="1"/>
          </p:cNvSpPr>
          <p:nvPr>
            <p:ph type="dt" sz="half" idx="10"/>
          </p:nvPr>
        </p:nvSpPr>
        <p:spPr>
          <a:xfrm>
            <a:off x="838200" y="6356350"/>
            <a:ext cx="2743200" cy="365125"/>
          </a:xfrm>
          <a:prstGeom prst="rect">
            <a:avLst/>
          </a:prstGeom>
        </p:spPr>
        <p:txBody>
          <a:bodyPr/>
          <a:lstStyle/>
          <a:p>
            <a:fld id="{23F5DBFB-0790-43BA-A372-062993E1613B}" type="datetime1">
              <a:rPr lang="en-IN" smtClean="0"/>
              <a:t>21-05-2026</a:t>
            </a:fld>
            <a:endParaRPr lang="en-IN"/>
          </a:p>
        </p:txBody>
      </p:sp>
      <p:sp>
        <p:nvSpPr>
          <p:cNvPr id="6" name="Footer Placeholder 5">
            <a:extLst>
              <a:ext uri="{FF2B5EF4-FFF2-40B4-BE49-F238E27FC236}">
                <a16:creationId xmlns:a16="http://schemas.microsoft.com/office/drawing/2014/main" id="{593BDA86-FC37-A437-E43E-A03103D98C79}"/>
              </a:ext>
            </a:extLst>
          </p:cNvPr>
          <p:cNvSpPr>
            <a:spLocks noGrp="1"/>
          </p:cNvSpPr>
          <p:nvPr>
            <p:ph type="ftr" sz="quarter" idx="11"/>
          </p:nvPr>
        </p:nvSpPr>
        <p:spPr/>
        <p:txBody>
          <a:bodyPr/>
          <a:lstStyle/>
          <a:p>
            <a:r>
              <a:rPr lang="en-US"/>
              <a:t>Pavement Sustainability Frontiers: From Materials to Maintenance</a:t>
            </a:r>
            <a:endParaRPr lang="en-IN"/>
          </a:p>
        </p:txBody>
      </p:sp>
      <p:sp>
        <p:nvSpPr>
          <p:cNvPr id="7" name="Slide Number Placeholder 6">
            <a:extLst>
              <a:ext uri="{FF2B5EF4-FFF2-40B4-BE49-F238E27FC236}">
                <a16:creationId xmlns:a16="http://schemas.microsoft.com/office/drawing/2014/main" id="{E01C3A8A-6B77-0A37-6FFB-ECB3C66B2F24}"/>
              </a:ext>
            </a:extLst>
          </p:cNvPr>
          <p:cNvSpPr>
            <a:spLocks noGrp="1"/>
          </p:cNvSpPr>
          <p:nvPr>
            <p:ph type="sldNum" sz="quarter" idx="12"/>
          </p:nvPr>
        </p:nvSpPr>
        <p:spPr/>
        <p:txBody>
          <a:bodyPr/>
          <a:lstStyle/>
          <a:p>
            <a:fld id="{97B32349-2180-4B67-A189-4DD30E0D9322}" type="slidenum">
              <a:rPr lang="en-IN" smtClean="0"/>
              <a:t>‹#›</a:t>
            </a:fld>
            <a:endParaRPr lang="en-IN"/>
          </a:p>
        </p:txBody>
      </p:sp>
    </p:spTree>
    <p:extLst>
      <p:ext uri="{BB962C8B-B14F-4D97-AF65-F5344CB8AC3E}">
        <p14:creationId xmlns:p14="http://schemas.microsoft.com/office/powerpoint/2010/main" val="37268679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59CBB9-4FFE-490D-6D44-B015154A139C}"/>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910676E-DFFA-8F07-9A8F-FF5C1715CB9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97EC263-4E36-7884-2A9A-4C41273628EE}"/>
              </a:ext>
            </a:extLst>
          </p:cNvPr>
          <p:cNvSpPr>
            <a:spLocks noGrp="1"/>
          </p:cNvSpPr>
          <p:nvPr>
            <p:ph type="dt" sz="half" idx="10"/>
          </p:nvPr>
        </p:nvSpPr>
        <p:spPr>
          <a:xfrm>
            <a:off x="838200" y="6356350"/>
            <a:ext cx="2743200" cy="365125"/>
          </a:xfrm>
          <a:prstGeom prst="rect">
            <a:avLst/>
          </a:prstGeom>
        </p:spPr>
        <p:txBody>
          <a:bodyPr/>
          <a:lstStyle/>
          <a:p>
            <a:fld id="{0A8C0734-2BB5-4040-8DC6-18121A3D9DFB}" type="datetime1">
              <a:rPr lang="en-IN" smtClean="0"/>
              <a:t>21-05-2026</a:t>
            </a:fld>
            <a:endParaRPr lang="en-IN"/>
          </a:p>
        </p:txBody>
      </p:sp>
      <p:sp>
        <p:nvSpPr>
          <p:cNvPr id="5" name="Footer Placeholder 4">
            <a:extLst>
              <a:ext uri="{FF2B5EF4-FFF2-40B4-BE49-F238E27FC236}">
                <a16:creationId xmlns:a16="http://schemas.microsoft.com/office/drawing/2014/main" id="{BD5A811A-2ACC-6408-3A4E-49957E676F86}"/>
              </a:ext>
            </a:extLst>
          </p:cNvPr>
          <p:cNvSpPr>
            <a:spLocks noGrp="1"/>
          </p:cNvSpPr>
          <p:nvPr>
            <p:ph type="ftr" sz="quarter" idx="11"/>
          </p:nvPr>
        </p:nvSpPr>
        <p:spPr/>
        <p:txBody>
          <a:bodyPr/>
          <a:lstStyle/>
          <a:p>
            <a:r>
              <a:rPr lang="en-US"/>
              <a:t>Pavement Sustainability Frontiers: From Materials to Maintenance</a:t>
            </a:r>
            <a:endParaRPr lang="en-IN"/>
          </a:p>
        </p:txBody>
      </p:sp>
      <p:sp>
        <p:nvSpPr>
          <p:cNvPr id="6" name="Slide Number Placeholder 5">
            <a:extLst>
              <a:ext uri="{FF2B5EF4-FFF2-40B4-BE49-F238E27FC236}">
                <a16:creationId xmlns:a16="http://schemas.microsoft.com/office/drawing/2014/main" id="{3E6858D0-E3CE-6459-33BA-368D4C63B47D}"/>
              </a:ext>
            </a:extLst>
          </p:cNvPr>
          <p:cNvSpPr>
            <a:spLocks noGrp="1"/>
          </p:cNvSpPr>
          <p:nvPr>
            <p:ph type="sldNum" sz="quarter" idx="12"/>
          </p:nvPr>
        </p:nvSpPr>
        <p:spPr/>
        <p:txBody>
          <a:bodyPr/>
          <a:lstStyle/>
          <a:p>
            <a:fld id="{97B32349-2180-4B67-A189-4DD30E0D9322}" type="slidenum">
              <a:rPr lang="en-IN" smtClean="0"/>
              <a:t>‹#›</a:t>
            </a:fld>
            <a:endParaRPr lang="en-IN"/>
          </a:p>
        </p:txBody>
      </p:sp>
    </p:spTree>
    <p:extLst>
      <p:ext uri="{BB962C8B-B14F-4D97-AF65-F5344CB8AC3E}">
        <p14:creationId xmlns:p14="http://schemas.microsoft.com/office/powerpoint/2010/main" val="11120252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5B1DDB4-8CC9-4090-3BB0-19656D946E4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94D7662-22CA-D66C-6005-81E42175B11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BA69191-F8DF-C84B-1BE4-23E74ABB2740}"/>
              </a:ext>
            </a:extLst>
          </p:cNvPr>
          <p:cNvSpPr>
            <a:spLocks noGrp="1"/>
          </p:cNvSpPr>
          <p:nvPr>
            <p:ph type="dt" sz="half" idx="10"/>
          </p:nvPr>
        </p:nvSpPr>
        <p:spPr>
          <a:xfrm>
            <a:off x="838200" y="6356350"/>
            <a:ext cx="2743200" cy="365125"/>
          </a:xfrm>
          <a:prstGeom prst="rect">
            <a:avLst/>
          </a:prstGeom>
        </p:spPr>
        <p:txBody>
          <a:bodyPr/>
          <a:lstStyle/>
          <a:p>
            <a:fld id="{FF7AC61F-56B9-4466-8CD3-ED4CE66B90A7}" type="datetime1">
              <a:rPr lang="en-IN" smtClean="0"/>
              <a:t>21-05-2026</a:t>
            </a:fld>
            <a:endParaRPr lang="en-IN"/>
          </a:p>
        </p:txBody>
      </p:sp>
      <p:sp>
        <p:nvSpPr>
          <p:cNvPr id="5" name="Footer Placeholder 4">
            <a:extLst>
              <a:ext uri="{FF2B5EF4-FFF2-40B4-BE49-F238E27FC236}">
                <a16:creationId xmlns:a16="http://schemas.microsoft.com/office/drawing/2014/main" id="{45BC4396-3BD8-1868-B477-7EA7CD75298B}"/>
              </a:ext>
            </a:extLst>
          </p:cNvPr>
          <p:cNvSpPr>
            <a:spLocks noGrp="1"/>
          </p:cNvSpPr>
          <p:nvPr>
            <p:ph type="ftr" sz="quarter" idx="11"/>
          </p:nvPr>
        </p:nvSpPr>
        <p:spPr/>
        <p:txBody>
          <a:bodyPr/>
          <a:lstStyle/>
          <a:p>
            <a:r>
              <a:rPr lang="en-US"/>
              <a:t>Pavement Sustainability Frontiers: From Materials to Maintenance</a:t>
            </a:r>
            <a:endParaRPr lang="en-IN"/>
          </a:p>
        </p:txBody>
      </p:sp>
      <p:sp>
        <p:nvSpPr>
          <p:cNvPr id="6" name="Slide Number Placeholder 5">
            <a:extLst>
              <a:ext uri="{FF2B5EF4-FFF2-40B4-BE49-F238E27FC236}">
                <a16:creationId xmlns:a16="http://schemas.microsoft.com/office/drawing/2014/main" id="{9CA9F70C-CE19-FB50-34E5-FA1EB741E8B2}"/>
              </a:ext>
            </a:extLst>
          </p:cNvPr>
          <p:cNvSpPr>
            <a:spLocks noGrp="1"/>
          </p:cNvSpPr>
          <p:nvPr>
            <p:ph type="sldNum" sz="quarter" idx="12"/>
          </p:nvPr>
        </p:nvSpPr>
        <p:spPr/>
        <p:txBody>
          <a:bodyPr/>
          <a:lstStyle/>
          <a:p>
            <a:fld id="{97B32349-2180-4B67-A189-4DD30E0D9322}" type="slidenum">
              <a:rPr lang="en-IN" smtClean="0"/>
              <a:t>‹#›</a:t>
            </a:fld>
            <a:endParaRPr lang="en-IN"/>
          </a:p>
        </p:txBody>
      </p:sp>
    </p:spTree>
    <p:extLst>
      <p:ext uri="{BB962C8B-B14F-4D97-AF65-F5344CB8AC3E}">
        <p14:creationId xmlns:p14="http://schemas.microsoft.com/office/powerpoint/2010/main" val="35714398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alphaModFix amt="8000"/>
            <a:lum/>
          </a:blip>
          <a:srcRect/>
          <a:stretch>
            <a:fillRect l="18000" t="15000" r="18000"/>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7CAE5B4-F688-DAAA-2B27-653826A36282}"/>
              </a:ext>
            </a:extLst>
          </p:cNvPr>
          <p:cNvSpPr>
            <a:spLocks noGrp="1"/>
          </p:cNvSpPr>
          <p:nvPr>
            <p:ph type="title"/>
          </p:nvPr>
        </p:nvSpPr>
        <p:spPr>
          <a:xfrm>
            <a:off x="494271" y="365125"/>
            <a:ext cx="9798908" cy="815089"/>
          </a:xfrm>
          <a:prstGeom prst="rect">
            <a:avLst/>
          </a:prstGeom>
        </p:spPr>
        <p:txBody>
          <a:bodyPr vert="horz" lIns="91440" tIns="45720" rIns="91440" bIns="45720" rtlCol="0" anchor="ctr">
            <a:normAutofit/>
          </a:bodyPr>
          <a:lstStyle/>
          <a:p>
            <a:r>
              <a:rPr lang="en-US" dirty="0"/>
              <a:t>Click to edit Master title style</a:t>
            </a:r>
            <a:endParaRPr lang="en-IN" dirty="0"/>
          </a:p>
        </p:txBody>
      </p:sp>
      <p:sp>
        <p:nvSpPr>
          <p:cNvPr id="3" name="Text Placeholder 2">
            <a:extLst>
              <a:ext uri="{FF2B5EF4-FFF2-40B4-BE49-F238E27FC236}">
                <a16:creationId xmlns:a16="http://schemas.microsoft.com/office/drawing/2014/main" id="{0266E859-9CDA-1F63-49A1-064383FB4D6D}"/>
              </a:ext>
            </a:extLst>
          </p:cNvPr>
          <p:cNvSpPr>
            <a:spLocks noGrp="1"/>
          </p:cNvSpPr>
          <p:nvPr>
            <p:ph type="body" idx="1"/>
          </p:nvPr>
        </p:nvSpPr>
        <p:spPr>
          <a:xfrm>
            <a:off x="494270" y="1350335"/>
            <a:ext cx="11203460" cy="482662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5" name="Footer Placeholder 4">
            <a:extLst>
              <a:ext uri="{FF2B5EF4-FFF2-40B4-BE49-F238E27FC236}">
                <a16:creationId xmlns:a16="http://schemas.microsoft.com/office/drawing/2014/main" id="{AF3CE7AB-2FEE-B394-718F-DB88486715B3}"/>
              </a:ext>
            </a:extLst>
          </p:cNvPr>
          <p:cNvSpPr>
            <a:spLocks noGrp="1"/>
          </p:cNvSpPr>
          <p:nvPr>
            <p:ph type="ftr" sz="quarter" idx="3"/>
          </p:nvPr>
        </p:nvSpPr>
        <p:spPr>
          <a:xfrm>
            <a:off x="838200" y="6356350"/>
            <a:ext cx="7315200" cy="365125"/>
          </a:xfrm>
          <a:prstGeom prst="rect">
            <a:avLst/>
          </a:prstGeom>
        </p:spPr>
        <p:txBody>
          <a:bodyPr vert="horz" lIns="91440" tIns="45720" rIns="91440" bIns="45720" rtlCol="0" anchor="ctr"/>
          <a:lstStyle>
            <a:lvl1pPr algn="l">
              <a:defRPr sz="1200" b="1" i="1">
                <a:solidFill>
                  <a:schemeClr val="tx1">
                    <a:tint val="75000"/>
                  </a:schemeClr>
                </a:solidFill>
              </a:defRPr>
            </a:lvl1pPr>
          </a:lstStyle>
          <a:p>
            <a:r>
              <a:rPr lang="en-IN" dirty="0"/>
              <a:t>Pavement Sustainability Frontiers: From Materials to Maintenance</a:t>
            </a:r>
            <a:endParaRPr lang="en-IN" i="1" dirty="0"/>
          </a:p>
        </p:txBody>
      </p:sp>
      <p:sp>
        <p:nvSpPr>
          <p:cNvPr id="6" name="Slide Number Placeholder 5">
            <a:extLst>
              <a:ext uri="{FF2B5EF4-FFF2-40B4-BE49-F238E27FC236}">
                <a16:creationId xmlns:a16="http://schemas.microsoft.com/office/drawing/2014/main" id="{C5237335-E2D5-C064-2560-CF035807008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800">
                <a:solidFill>
                  <a:schemeClr val="tx1">
                    <a:tint val="75000"/>
                  </a:schemeClr>
                </a:solidFill>
              </a:defRPr>
            </a:lvl1pPr>
          </a:lstStyle>
          <a:p>
            <a:fld id="{97B32349-2180-4B67-A189-4DD30E0D9322}" type="slidenum">
              <a:rPr lang="en-IN" smtClean="0"/>
              <a:pPr/>
              <a:t>‹#›</a:t>
            </a:fld>
            <a:endParaRPr lang="en-IN" dirty="0"/>
          </a:p>
        </p:txBody>
      </p:sp>
      <p:pic>
        <p:nvPicPr>
          <p:cNvPr id="7" name="Picture 6" descr="IIT Palakkad Logo - Short Form">
            <a:extLst>
              <a:ext uri="{FF2B5EF4-FFF2-40B4-BE49-F238E27FC236}">
                <a16:creationId xmlns:a16="http://schemas.microsoft.com/office/drawing/2014/main" id="{2B1413C0-A13A-1175-4FFF-C35F8D839282}"/>
              </a:ext>
            </a:extLst>
          </p:cNvPr>
          <p:cNvPicPr>
            <a:picLocks noChangeAspect="1"/>
          </p:cNvPicPr>
          <p:nvPr userDrawn="1"/>
        </p:nvPicPr>
        <p:blipFill>
          <a:blip r:embed="rId14"/>
          <a:stretch>
            <a:fillRect/>
          </a:stretch>
        </p:blipFill>
        <p:spPr>
          <a:xfrm>
            <a:off x="11140072" y="313211"/>
            <a:ext cx="916004" cy="815089"/>
          </a:xfrm>
          <a:prstGeom prst="rect">
            <a:avLst/>
          </a:prstGeom>
        </p:spPr>
      </p:pic>
    </p:spTree>
    <p:extLst>
      <p:ext uri="{BB962C8B-B14F-4D97-AF65-F5344CB8AC3E}">
        <p14:creationId xmlns:p14="http://schemas.microsoft.com/office/powerpoint/2010/main" val="54901184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3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2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1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25000"/>
            <a:lum/>
          </a:blip>
          <a:srcRect/>
          <a:stretch>
            <a:fillRect l="18000" t="15000" r="18000"/>
          </a:stretch>
        </a:blipFill>
        <a:effectLst/>
      </p:bgPr>
    </p:bg>
    <p:spTree>
      <p:nvGrpSpPr>
        <p:cNvPr id="1" name="">
          <a:extLst>
            <a:ext uri="{FF2B5EF4-FFF2-40B4-BE49-F238E27FC236}">
              <a16:creationId xmlns:a16="http://schemas.microsoft.com/office/drawing/2014/main" id="{49882C7A-25AB-7A73-80F3-E54A7474C7A5}"/>
            </a:ext>
          </a:extLst>
        </p:cNvPr>
        <p:cNvGrpSpPr/>
        <p:nvPr/>
      </p:nvGrpSpPr>
      <p:grpSpPr>
        <a:xfrm>
          <a:off x="0" y="0"/>
          <a:ext cx="0" cy="0"/>
          <a:chOff x="0" y="0"/>
          <a:chExt cx="0" cy="0"/>
        </a:xfrm>
      </p:grpSpPr>
      <p:sp>
        <p:nvSpPr>
          <p:cNvPr id="10" name="Rectangle: Rounded Corners 9">
            <a:extLst>
              <a:ext uri="{FF2B5EF4-FFF2-40B4-BE49-F238E27FC236}">
                <a16:creationId xmlns:a16="http://schemas.microsoft.com/office/drawing/2014/main" id="{61BA433D-EBE5-9DC0-E65A-A3F469110FD5}"/>
              </a:ext>
            </a:extLst>
          </p:cNvPr>
          <p:cNvSpPr/>
          <p:nvPr/>
        </p:nvSpPr>
        <p:spPr>
          <a:xfrm>
            <a:off x="10307601" y="288037"/>
            <a:ext cx="869082" cy="749580"/>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lvl="0" algn="ctr">
              <a:lnSpc>
                <a:spcPct val="80000"/>
              </a:lnSpc>
            </a:pPr>
            <a:r>
              <a:rPr lang="en-US" sz="800" dirty="0">
                <a:latin typeface="Arial"/>
                <a:ea typeface="Arial"/>
                <a:cs typeface="Arial"/>
                <a:sym typeface="Arial"/>
              </a:rPr>
              <a:t>Presenter’s Organization  Logo</a:t>
            </a:r>
          </a:p>
        </p:txBody>
      </p:sp>
      <p:sp>
        <p:nvSpPr>
          <p:cNvPr id="2" name="Title 1">
            <a:extLst>
              <a:ext uri="{FF2B5EF4-FFF2-40B4-BE49-F238E27FC236}">
                <a16:creationId xmlns:a16="http://schemas.microsoft.com/office/drawing/2014/main" id="{EBE1BEDF-2494-8B85-BC3C-C5B12C416D0B}"/>
              </a:ext>
            </a:extLst>
          </p:cNvPr>
          <p:cNvSpPr>
            <a:spLocks noGrp="1"/>
          </p:cNvSpPr>
          <p:nvPr>
            <p:ph type="ctrTitle"/>
          </p:nvPr>
        </p:nvSpPr>
        <p:spPr>
          <a:xfrm>
            <a:off x="2009315" y="129490"/>
            <a:ext cx="8344918" cy="955622"/>
          </a:xfrm>
        </p:spPr>
        <p:txBody>
          <a:bodyPr>
            <a:noAutofit/>
          </a:bodyPr>
          <a:lstStyle/>
          <a:p>
            <a:pPr>
              <a:spcBef>
                <a:spcPts val="1200"/>
              </a:spcBef>
              <a:spcAft>
                <a:spcPts val="1200"/>
              </a:spcAft>
            </a:pPr>
            <a:r>
              <a:rPr lang="en-US" sz="2600" dirty="0">
                <a:latin typeface="Cambria" panose="02040503050406030204" pitchFamily="18" charset="0"/>
                <a:ea typeface="Cambria" panose="02040503050406030204" pitchFamily="18" charset="0"/>
                <a:cs typeface="Arial" panose="020B0604020202020204" pitchFamily="34" charset="0"/>
              </a:rPr>
              <a:t>Symposium on Advanced Technologies and Visionary Approaches for Sustainability</a:t>
            </a:r>
            <a:endParaRPr lang="en-IN" sz="2000" b="0" i="1" dirty="0">
              <a:latin typeface="Cambria" panose="02040503050406030204" pitchFamily="18" charset="0"/>
              <a:ea typeface="Cambria" panose="02040503050406030204" pitchFamily="18" charset="0"/>
              <a:cs typeface="Arial" panose="020B0604020202020204" pitchFamily="34" charset="0"/>
            </a:endParaRPr>
          </a:p>
        </p:txBody>
      </p:sp>
      <p:sp>
        <p:nvSpPr>
          <p:cNvPr id="3" name="Subtitle 2">
            <a:extLst>
              <a:ext uri="{FF2B5EF4-FFF2-40B4-BE49-F238E27FC236}">
                <a16:creationId xmlns:a16="http://schemas.microsoft.com/office/drawing/2014/main" id="{65581B5F-54D7-A5F7-412C-A4806C730969}"/>
              </a:ext>
            </a:extLst>
          </p:cNvPr>
          <p:cNvSpPr>
            <a:spLocks noGrp="1"/>
          </p:cNvSpPr>
          <p:nvPr>
            <p:ph type="subTitle" idx="1"/>
          </p:nvPr>
        </p:nvSpPr>
        <p:spPr>
          <a:xfrm>
            <a:off x="794951" y="3333401"/>
            <a:ext cx="10622692" cy="1101853"/>
          </a:xfrm>
        </p:spPr>
        <p:txBody>
          <a:bodyPr>
            <a:normAutofit/>
          </a:bodyPr>
          <a:lstStyle/>
          <a:p>
            <a:r>
              <a:rPr lang="en-IN" sz="3600" b="1" dirty="0">
                <a:latin typeface="Cambria" panose="02040503050406030204" pitchFamily="18" charset="0"/>
                <a:ea typeface="Cambria" panose="02040503050406030204" pitchFamily="18" charset="0"/>
              </a:rPr>
              <a:t>TITLE</a:t>
            </a:r>
          </a:p>
        </p:txBody>
      </p:sp>
      <p:sp>
        <p:nvSpPr>
          <p:cNvPr id="4" name="Title 1">
            <a:extLst>
              <a:ext uri="{FF2B5EF4-FFF2-40B4-BE49-F238E27FC236}">
                <a16:creationId xmlns:a16="http://schemas.microsoft.com/office/drawing/2014/main" id="{995AB212-32AE-9CB0-81C6-784A4AC7BCE4}"/>
              </a:ext>
            </a:extLst>
          </p:cNvPr>
          <p:cNvSpPr txBox="1">
            <a:spLocks/>
          </p:cNvSpPr>
          <p:nvPr/>
        </p:nvSpPr>
        <p:spPr>
          <a:xfrm>
            <a:off x="1524000" y="2362200"/>
            <a:ext cx="9144000" cy="1101853"/>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b="1" kern="1200">
                <a:solidFill>
                  <a:schemeClr val="tx1"/>
                </a:solidFill>
                <a:latin typeface="+mj-lt"/>
                <a:ea typeface="+mj-ea"/>
                <a:cs typeface="+mj-cs"/>
              </a:defRPr>
            </a:lvl1pPr>
          </a:lstStyle>
          <a:p>
            <a:endParaRPr lang="en-IN" dirty="0"/>
          </a:p>
        </p:txBody>
      </p:sp>
      <p:pic>
        <p:nvPicPr>
          <p:cNvPr id="6" name="Picture 5">
            <a:extLst>
              <a:ext uri="{FF2B5EF4-FFF2-40B4-BE49-F238E27FC236}">
                <a16:creationId xmlns:a16="http://schemas.microsoft.com/office/drawing/2014/main" id="{24AE5522-6924-4D47-7BBB-E6DE2904CF0C}"/>
              </a:ext>
            </a:extLst>
          </p:cNvPr>
          <p:cNvPicPr>
            <a:picLocks noChangeAspect="1"/>
          </p:cNvPicPr>
          <p:nvPr/>
        </p:nvPicPr>
        <p:blipFill>
          <a:blip r:embed="rId3">
            <a:extLst>
              <a:ext uri="{28A0092B-C50C-407E-A947-70E740481C1C}">
                <a14:useLocalDpi xmlns:a14="http://schemas.microsoft.com/office/drawing/2010/main" val="0"/>
              </a:ext>
            </a:extLst>
          </a:blip>
          <a:srcRect b="11355"/>
          <a:stretch>
            <a:fillRect/>
          </a:stretch>
        </p:blipFill>
        <p:spPr>
          <a:xfrm>
            <a:off x="288324" y="347432"/>
            <a:ext cx="1701114" cy="630790"/>
          </a:xfrm>
          <a:prstGeom prst="rect">
            <a:avLst/>
          </a:prstGeom>
        </p:spPr>
      </p:pic>
      <p:sp>
        <p:nvSpPr>
          <p:cNvPr id="5" name="Rectangle 4">
            <a:extLst>
              <a:ext uri="{FF2B5EF4-FFF2-40B4-BE49-F238E27FC236}">
                <a16:creationId xmlns:a16="http://schemas.microsoft.com/office/drawing/2014/main" id="{4C53B405-678B-C280-C3E9-62B2F54341CE}"/>
              </a:ext>
            </a:extLst>
          </p:cNvPr>
          <p:cNvSpPr/>
          <p:nvPr/>
        </p:nvSpPr>
        <p:spPr>
          <a:xfrm>
            <a:off x="4958455" y="2373512"/>
            <a:ext cx="2446638" cy="487478"/>
          </a:xfrm>
          <a:prstGeom prst="rect">
            <a:avLst/>
          </a:prstGeom>
          <a:solidFill>
            <a:schemeClr val="accent6">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400" b="1" dirty="0">
                <a:latin typeface="Cambria" panose="02040503050406030204" pitchFamily="18" charset="0"/>
                <a:ea typeface="Cambria" panose="02040503050406030204" pitchFamily="18" charset="0"/>
              </a:rPr>
              <a:t>Paper ID: </a:t>
            </a:r>
          </a:p>
        </p:txBody>
      </p:sp>
      <p:sp>
        <p:nvSpPr>
          <p:cNvPr id="11" name="Subtitle 2">
            <a:extLst>
              <a:ext uri="{FF2B5EF4-FFF2-40B4-BE49-F238E27FC236}">
                <a16:creationId xmlns:a16="http://schemas.microsoft.com/office/drawing/2014/main" id="{5617F509-96A6-98B3-9869-BC0DD14564D7}"/>
              </a:ext>
            </a:extLst>
          </p:cNvPr>
          <p:cNvSpPr txBox="1">
            <a:spLocks/>
          </p:cNvSpPr>
          <p:nvPr/>
        </p:nvSpPr>
        <p:spPr>
          <a:xfrm>
            <a:off x="784654" y="4576544"/>
            <a:ext cx="10622692" cy="1219827"/>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IN" dirty="0">
                <a:latin typeface="Cambria" panose="02040503050406030204" pitchFamily="18" charset="0"/>
                <a:ea typeface="Cambria" panose="02040503050406030204" pitchFamily="18" charset="0"/>
              </a:rPr>
              <a:t>Presenting Author name, </a:t>
            </a:r>
            <a:r>
              <a:rPr lang="en-IN" i="1" dirty="0">
                <a:latin typeface="Cambria" panose="02040503050406030204" pitchFamily="18" charset="0"/>
                <a:ea typeface="Cambria" panose="02040503050406030204" pitchFamily="18" charset="0"/>
              </a:rPr>
              <a:t>Affiliation </a:t>
            </a:r>
          </a:p>
          <a:p>
            <a:r>
              <a:rPr lang="en-IN" dirty="0">
                <a:latin typeface="Cambria" panose="02040503050406030204" pitchFamily="18" charset="0"/>
                <a:ea typeface="Cambria" panose="02040503050406030204" pitchFamily="18" charset="0"/>
              </a:rPr>
              <a:t>Co-author names, </a:t>
            </a:r>
            <a:r>
              <a:rPr lang="en-IN" i="1" dirty="0">
                <a:latin typeface="Cambria" panose="02040503050406030204" pitchFamily="18" charset="0"/>
                <a:ea typeface="Cambria" panose="02040503050406030204" pitchFamily="18" charset="0"/>
              </a:rPr>
              <a:t>Affiliation</a:t>
            </a:r>
          </a:p>
        </p:txBody>
      </p:sp>
      <p:sp>
        <p:nvSpPr>
          <p:cNvPr id="9" name="TextBox 8">
            <a:extLst>
              <a:ext uri="{FF2B5EF4-FFF2-40B4-BE49-F238E27FC236}">
                <a16:creationId xmlns:a16="http://schemas.microsoft.com/office/drawing/2014/main" id="{869E1FEE-3E05-1D89-7608-56350F68A1AE}"/>
              </a:ext>
            </a:extLst>
          </p:cNvPr>
          <p:cNvSpPr txBox="1"/>
          <p:nvPr/>
        </p:nvSpPr>
        <p:spPr>
          <a:xfrm>
            <a:off x="1650485" y="1310833"/>
            <a:ext cx="9144000" cy="769441"/>
          </a:xfrm>
          <a:prstGeom prst="rect">
            <a:avLst/>
          </a:prstGeom>
          <a:noFill/>
        </p:spPr>
        <p:txBody>
          <a:bodyPr wrap="square">
            <a:spAutoFit/>
          </a:bodyPr>
          <a:lstStyle/>
          <a:p>
            <a:pPr algn="ctr"/>
            <a:r>
              <a:rPr lang="en-US" sz="2200" b="1" i="1" dirty="0">
                <a:solidFill>
                  <a:schemeClr val="accent6">
                    <a:lumMod val="50000"/>
                  </a:schemeClr>
                </a:solidFill>
                <a:latin typeface="Cambria" panose="02040503050406030204" pitchFamily="18" charset="0"/>
                <a:ea typeface="Cambria" panose="02040503050406030204" pitchFamily="18" charset="0"/>
                <a:cs typeface="Arial" panose="020B0604020202020204" pitchFamily="34" charset="0"/>
              </a:rPr>
              <a:t>Pavement Sustainability Frontiers: From Materials to Maintenance</a:t>
            </a:r>
            <a:br>
              <a:rPr lang="en-US" sz="2200" b="1" dirty="0">
                <a:solidFill>
                  <a:schemeClr val="accent6">
                    <a:lumMod val="50000"/>
                  </a:schemeClr>
                </a:solidFill>
                <a:latin typeface="Cambria" panose="02040503050406030204" pitchFamily="18" charset="0"/>
                <a:ea typeface="Cambria" panose="02040503050406030204" pitchFamily="18" charset="0"/>
                <a:cs typeface="Arial" panose="020B0604020202020204" pitchFamily="34" charset="0"/>
              </a:rPr>
            </a:br>
            <a:r>
              <a:rPr lang="en-US" sz="2200" b="1" i="1" dirty="0">
                <a:solidFill>
                  <a:schemeClr val="accent6">
                    <a:lumMod val="50000"/>
                  </a:schemeClr>
                </a:solidFill>
                <a:latin typeface="Cambria" panose="02040503050406030204" pitchFamily="18" charset="0"/>
                <a:ea typeface="Cambria" panose="02040503050406030204" pitchFamily="18" charset="0"/>
                <a:cs typeface="Arial" panose="020B0604020202020204" pitchFamily="34" charset="0"/>
              </a:rPr>
              <a:t>04-06</a:t>
            </a:r>
            <a:r>
              <a:rPr lang="en-US" sz="2200" b="1" i="1" baseline="30000" dirty="0">
                <a:solidFill>
                  <a:schemeClr val="accent6">
                    <a:lumMod val="50000"/>
                  </a:schemeClr>
                </a:solidFill>
                <a:latin typeface="Cambria" panose="02040503050406030204" pitchFamily="18" charset="0"/>
                <a:ea typeface="Cambria" panose="02040503050406030204" pitchFamily="18" charset="0"/>
                <a:cs typeface="Arial" panose="020B0604020202020204" pitchFamily="34" charset="0"/>
              </a:rPr>
              <a:t>th</a:t>
            </a:r>
            <a:r>
              <a:rPr lang="en-US" sz="2200" b="1" i="1" dirty="0">
                <a:solidFill>
                  <a:schemeClr val="accent6">
                    <a:lumMod val="50000"/>
                  </a:schemeClr>
                </a:solidFill>
                <a:latin typeface="Cambria" panose="02040503050406030204" pitchFamily="18" charset="0"/>
                <a:ea typeface="Cambria" panose="02040503050406030204" pitchFamily="18" charset="0"/>
                <a:cs typeface="Arial" panose="020B0604020202020204" pitchFamily="34" charset="0"/>
              </a:rPr>
              <a:t> June 2026, IIT Palakkad</a:t>
            </a:r>
            <a:endParaRPr lang="en-IN" sz="2200" b="1" dirty="0">
              <a:solidFill>
                <a:schemeClr val="accent6">
                  <a:lumMod val="50000"/>
                </a:schemeClr>
              </a:solidFill>
            </a:endParaRPr>
          </a:p>
        </p:txBody>
      </p:sp>
    </p:spTree>
    <p:extLst>
      <p:ext uri="{BB962C8B-B14F-4D97-AF65-F5344CB8AC3E}">
        <p14:creationId xmlns:p14="http://schemas.microsoft.com/office/powerpoint/2010/main" val="26509740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6DB5697A-7679-8A76-C61F-A1EF70315425}"/>
              </a:ext>
            </a:extLst>
          </p:cNvPr>
          <p:cNvSpPr/>
          <p:nvPr/>
        </p:nvSpPr>
        <p:spPr>
          <a:xfrm>
            <a:off x="10196080" y="306246"/>
            <a:ext cx="869082" cy="749580"/>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lvl="0" algn="ctr">
              <a:lnSpc>
                <a:spcPct val="80000"/>
              </a:lnSpc>
            </a:pPr>
            <a:r>
              <a:rPr lang="en-US" sz="800" dirty="0">
                <a:latin typeface="Arial"/>
                <a:ea typeface="Arial"/>
                <a:cs typeface="Arial"/>
                <a:sym typeface="Arial"/>
              </a:rPr>
              <a:t>Presenter’s Organization  Logo</a:t>
            </a:r>
          </a:p>
        </p:txBody>
      </p:sp>
      <p:sp>
        <p:nvSpPr>
          <p:cNvPr id="2" name="Title 1">
            <a:extLst>
              <a:ext uri="{FF2B5EF4-FFF2-40B4-BE49-F238E27FC236}">
                <a16:creationId xmlns:a16="http://schemas.microsoft.com/office/drawing/2014/main" id="{2A7D1CAE-6681-3DC9-5AA5-1968397965F8}"/>
              </a:ext>
            </a:extLst>
          </p:cNvPr>
          <p:cNvSpPr>
            <a:spLocks noGrp="1"/>
          </p:cNvSpPr>
          <p:nvPr>
            <p:ph type="title"/>
          </p:nvPr>
        </p:nvSpPr>
        <p:spPr>
          <a:xfrm>
            <a:off x="183292" y="273492"/>
            <a:ext cx="9798908" cy="815089"/>
          </a:xfrm>
        </p:spPr>
        <p:txBody>
          <a:bodyPr>
            <a:normAutofit/>
          </a:bodyPr>
          <a:lstStyle/>
          <a:p>
            <a:r>
              <a:rPr lang="en-US" sz="4000" dirty="0">
                <a:solidFill>
                  <a:schemeClr val="dk1"/>
                </a:solidFill>
                <a:latin typeface="Arial" panose="020B0604020202020204" pitchFamily="34" charset="0"/>
                <a:ea typeface="Times New Roman"/>
                <a:cs typeface="Arial" panose="020B0604020202020204" pitchFamily="34" charset="0"/>
                <a:sym typeface="Times New Roman"/>
              </a:rPr>
              <a:t>Click here to add title</a:t>
            </a:r>
            <a:endParaRPr lang="en-IN" sz="4000" dirty="0">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F160D024-C7E4-5515-9D00-867D072F4754}"/>
              </a:ext>
            </a:extLst>
          </p:cNvPr>
          <p:cNvSpPr>
            <a:spLocks noGrp="1"/>
          </p:cNvSpPr>
          <p:nvPr>
            <p:ph idx="1"/>
          </p:nvPr>
        </p:nvSpPr>
        <p:spPr>
          <a:xfrm>
            <a:off x="311390" y="1325529"/>
            <a:ext cx="11203460" cy="4826628"/>
          </a:xfrm>
        </p:spPr>
        <p:txBody>
          <a:bodyPr/>
          <a:lstStyle/>
          <a:p>
            <a:pPr marL="323850" lvl="4" indent="-285750" algn="just">
              <a:lnSpc>
                <a:spcPct val="110000"/>
              </a:lnSpc>
              <a:spcBef>
                <a:spcPts val="600"/>
              </a:spcBef>
              <a:spcAft>
                <a:spcPts val="600"/>
              </a:spcAft>
              <a:buClr>
                <a:schemeClr val="dk1"/>
              </a:buClr>
              <a:buSzPct val="100000"/>
              <a:buFont typeface="Arial"/>
              <a:buChar char="•"/>
            </a:pPr>
            <a:r>
              <a:rPr lang="en-US" dirty="0">
                <a:solidFill>
                  <a:schemeClr val="dk1"/>
                </a:solidFill>
                <a:latin typeface="Arial" panose="020B0604020202020204" pitchFamily="34" charset="0"/>
                <a:ea typeface="Times New Roman"/>
                <a:cs typeface="Arial" panose="020B0604020202020204" pitchFamily="34" charset="0"/>
                <a:sym typeface="Times New Roman"/>
              </a:rPr>
              <a:t>Each presenter will be allotted </a:t>
            </a:r>
            <a:r>
              <a:rPr lang="en-US" b="1" dirty="0">
                <a:solidFill>
                  <a:srgbClr val="BF4F14"/>
                </a:solidFill>
                <a:latin typeface="Arial" panose="020B0604020202020204" pitchFamily="34" charset="0"/>
                <a:ea typeface="Times New Roman"/>
                <a:cs typeface="Arial" panose="020B0604020202020204" pitchFamily="34" charset="0"/>
                <a:sym typeface="Times New Roman"/>
              </a:rPr>
              <a:t>10 minutes </a:t>
            </a:r>
            <a:r>
              <a:rPr lang="en-US" dirty="0">
                <a:solidFill>
                  <a:srgbClr val="BF4F14"/>
                </a:solidFill>
                <a:latin typeface="Arial" panose="020B0604020202020204" pitchFamily="34" charset="0"/>
                <a:ea typeface="Times New Roman"/>
                <a:cs typeface="Arial" panose="020B0604020202020204" pitchFamily="34" charset="0"/>
                <a:sym typeface="Times New Roman"/>
              </a:rPr>
              <a:t>for the presentation, followed by </a:t>
            </a:r>
            <a:r>
              <a:rPr lang="en-US" b="1" dirty="0">
                <a:solidFill>
                  <a:srgbClr val="BF4F14"/>
                </a:solidFill>
                <a:latin typeface="Arial" panose="020B0604020202020204" pitchFamily="34" charset="0"/>
                <a:ea typeface="Times New Roman"/>
                <a:cs typeface="Arial" panose="020B0604020202020204" pitchFamily="34" charset="0"/>
                <a:sym typeface="Times New Roman"/>
              </a:rPr>
              <a:t>5 minutes </a:t>
            </a:r>
            <a:r>
              <a:rPr lang="en-US" dirty="0">
                <a:solidFill>
                  <a:srgbClr val="BF4F14"/>
                </a:solidFill>
                <a:latin typeface="Arial" panose="020B0604020202020204" pitchFamily="34" charset="0"/>
                <a:ea typeface="Times New Roman"/>
                <a:cs typeface="Arial" panose="020B0604020202020204" pitchFamily="34" charset="0"/>
                <a:sym typeface="Times New Roman"/>
              </a:rPr>
              <a:t>for questions and answers</a:t>
            </a:r>
            <a:r>
              <a:rPr lang="en-US" dirty="0">
                <a:solidFill>
                  <a:schemeClr val="dk1"/>
                </a:solidFill>
                <a:latin typeface="Arial" panose="020B0604020202020204" pitchFamily="34" charset="0"/>
                <a:ea typeface="Times New Roman"/>
                <a:cs typeface="Arial" panose="020B0604020202020204" pitchFamily="34" charset="0"/>
                <a:sym typeface="Times New Roman"/>
              </a:rPr>
              <a:t>. Please prepare and rehearse your presentation in advance to ensure that it fits within the time limit. Strict adherence to time will be expected from the presenters. Presenters are requested to follow the instructions of the session chair.</a:t>
            </a:r>
          </a:p>
          <a:p>
            <a:pPr marL="323850" lvl="4" indent="-285750" algn="just">
              <a:lnSpc>
                <a:spcPct val="110000"/>
              </a:lnSpc>
              <a:spcBef>
                <a:spcPts val="600"/>
              </a:spcBef>
              <a:spcAft>
                <a:spcPts val="600"/>
              </a:spcAft>
              <a:buClr>
                <a:schemeClr val="dk1"/>
              </a:buClr>
              <a:buSzPct val="100000"/>
              <a:buFont typeface="Arial"/>
              <a:buChar char="•"/>
            </a:pPr>
            <a:r>
              <a:rPr lang="en-US" dirty="0">
                <a:solidFill>
                  <a:schemeClr val="dk1"/>
                </a:solidFill>
                <a:latin typeface="Arial" panose="020B0604020202020204" pitchFamily="34" charset="0"/>
                <a:ea typeface="Times New Roman"/>
                <a:cs typeface="Arial" panose="020B0604020202020204" pitchFamily="34" charset="0"/>
                <a:sym typeface="Times New Roman"/>
              </a:rPr>
              <a:t>Prepare your slides using Microsoft PowerPoint in </a:t>
            </a:r>
            <a:r>
              <a:rPr lang="en-US" dirty="0">
                <a:solidFill>
                  <a:schemeClr val="accent2">
                    <a:lumMod val="75000"/>
                  </a:schemeClr>
                </a:solidFill>
                <a:latin typeface="Arial" panose="020B0604020202020204" pitchFamily="34" charset="0"/>
                <a:ea typeface="Times New Roman"/>
                <a:cs typeface="Arial" panose="020B0604020202020204" pitchFamily="34" charset="0"/>
                <a:sym typeface="Times New Roman"/>
              </a:rPr>
              <a:t>.</a:t>
            </a:r>
            <a:r>
              <a:rPr lang="en-US" dirty="0">
                <a:solidFill>
                  <a:srgbClr val="BF4F14"/>
                </a:solidFill>
                <a:latin typeface="Arial" panose="020B0604020202020204" pitchFamily="34" charset="0"/>
                <a:cs typeface="Arial" panose="020B0604020202020204" pitchFamily="34" charset="0"/>
                <a:sym typeface="Times New Roman"/>
              </a:rPr>
              <a:t>pptx</a:t>
            </a:r>
            <a:r>
              <a:rPr lang="en-US" dirty="0">
                <a:solidFill>
                  <a:schemeClr val="accent2">
                    <a:lumMod val="75000"/>
                  </a:schemeClr>
                </a:solidFill>
                <a:latin typeface="Arial" panose="020B0604020202020204" pitchFamily="34" charset="0"/>
                <a:ea typeface="Times New Roman"/>
                <a:cs typeface="Arial" panose="020B0604020202020204" pitchFamily="34" charset="0"/>
                <a:sym typeface="Times New Roman"/>
              </a:rPr>
              <a:t> </a:t>
            </a:r>
            <a:r>
              <a:rPr lang="en-US" dirty="0">
                <a:solidFill>
                  <a:schemeClr val="dk1"/>
                </a:solidFill>
                <a:latin typeface="Arial" panose="020B0604020202020204" pitchFamily="34" charset="0"/>
                <a:ea typeface="Times New Roman"/>
                <a:cs typeface="Arial" panose="020B0604020202020204" pitchFamily="34" charset="0"/>
                <a:sym typeface="Times New Roman"/>
              </a:rPr>
              <a:t>format only. Use a standard, legible font (Calibri or Arial) and ensure that slides are clear, concise, and visually well-</a:t>
            </a:r>
            <a:r>
              <a:rPr lang="en-US" dirty="0" err="1">
                <a:solidFill>
                  <a:schemeClr val="dk1"/>
                </a:solidFill>
                <a:latin typeface="Arial" panose="020B0604020202020204" pitchFamily="34" charset="0"/>
                <a:ea typeface="Times New Roman"/>
                <a:cs typeface="Arial" panose="020B0604020202020204" pitchFamily="34" charset="0"/>
                <a:sym typeface="Times New Roman"/>
              </a:rPr>
              <a:t>organised</a:t>
            </a:r>
            <a:r>
              <a:rPr lang="en-US" dirty="0">
                <a:solidFill>
                  <a:schemeClr val="dk1"/>
                </a:solidFill>
                <a:latin typeface="Arial" panose="020B0604020202020204" pitchFamily="34" charset="0"/>
                <a:ea typeface="Times New Roman"/>
                <a:cs typeface="Arial" panose="020B0604020202020204" pitchFamily="34" charset="0"/>
                <a:sym typeface="Times New Roman"/>
              </a:rPr>
              <a:t>.</a:t>
            </a:r>
            <a:endParaRPr lang="en-US" sz="2400" b="0" i="0" u="none" strike="noStrike" cap="none" dirty="0">
              <a:solidFill>
                <a:schemeClr val="dk1"/>
              </a:solidFill>
              <a:latin typeface="Arial" panose="020B0604020202020204" pitchFamily="34" charset="0"/>
              <a:ea typeface="Times New Roman"/>
              <a:cs typeface="Arial" panose="020B0604020202020204" pitchFamily="34" charset="0"/>
              <a:sym typeface="Times New Roman"/>
            </a:endParaRPr>
          </a:p>
          <a:p>
            <a:pPr marL="323850" lvl="4" indent="-285750" algn="just">
              <a:lnSpc>
                <a:spcPct val="110000"/>
              </a:lnSpc>
              <a:spcBef>
                <a:spcPts val="600"/>
              </a:spcBef>
              <a:spcAft>
                <a:spcPts val="600"/>
              </a:spcAft>
              <a:buClr>
                <a:schemeClr val="dk1"/>
              </a:buClr>
              <a:buSzPct val="100000"/>
              <a:buFont typeface="Arial"/>
              <a:buChar char="•"/>
            </a:pPr>
            <a:r>
              <a:rPr lang="en-US" dirty="0">
                <a:solidFill>
                  <a:schemeClr val="dk1"/>
                </a:solidFill>
                <a:latin typeface="Arial" panose="020B0604020202020204" pitchFamily="34" charset="0"/>
                <a:ea typeface="Times New Roman"/>
                <a:cs typeface="Arial" panose="020B0604020202020204" pitchFamily="34" charset="0"/>
                <a:sym typeface="Times New Roman"/>
              </a:rPr>
              <a:t>A maximum of 12–15 slides is recommended for a 10-minute presentation.</a:t>
            </a:r>
            <a:endParaRPr lang="en-US" dirty="0">
              <a:latin typeface="Arial" panose="020B0604020202020204" pitchFamily="34" charset="0"/>
              <a:cs typeface="Arial" panose="020B0604020202020204" pitchFamily="34" charset="0"/>
            </a:endParaRPr>
          </a:p>
          <a:p>
            <a:pPr marL="323850" lvl="4" indent="-285750" algn="just">
              <a:lnSpc>
                <a:spcPct val="110000"/>
              </a:lnSpc>
              <a:spcBef>
                <a:spcPts val="600"/>
              </a:spcBef>
              <a:spcAft>
                <a:spcPts val="600"/>
              </a:spcAft>
              <a:buClr>
                <a:schemeClr val="dk1"/>
              </a:buClr>
              <a:buSzPct val="100000"/>
              <a:buFont typeface="Arial"/>
              <a:buChar char="•"/>
            </a:pPr>
            <a:r>
              <a:rPr lang="en-US" dirty="0">
                <a:solidFill>
                  <a:schemeClr val="dk1"/>
                </a:solidFill>
                <a:latin typeface="Arial" panose="020B0604020202020204" pitchFamily="34" charset="0"/>
                <a:ea typeface="Times New Roman"/>
                <a:cs typeface="Arial" panose="020B0604020202020204" pitchFamily="34" charset="0"/>
                <a:sym typeface="Times New Roman"/>
              </a:rPr>
              <a:t>The presentation file name should follow the format: [PaperID].pptx. Example: 222.pptx. Avoid using special characters or symbols in file names.</a:t>
            </a:r>
            <a:endParaRPr lang="en-US" dirty="0">
              <a:latin typeface="Arial" panose="020B0604020202020204" pitchFamily="34" charset="0"/>
              <a:cs typeface="Arial" panose="020B0604020202020204" pitchFamily="34" charset="0"/>
            </a:endParaRPr>
          </a:p>
          <a:p>
            <a:pPr marL="323850" lvl="4" indent="-285750" algn="just">
              <a:lnSpc>
                <a:spcPct val="110000"/>
              </a:lnSpc>
              <a:spcBef>
                <a:spcPts val="600"/>
              </a:spcBef>
              <a:buClr>
                <a:schemeClr val="dk1"/>
              </a:buClr>
              <a:buSzPct val="100000"/>
              <a:buFont typeface="Arial"/>
              <a:buChar char="•"/>
            </a:pPr>
            <a:r>
              <a:rPr lang="en-US" dirty="0">
                <a:solidFill>
                  <a:schemeClr val="dk1"/>
                </a:solidFill>
                <a:latin typeface="Arial" panose="020B0604020202020204" pitchFamily="34" charset="0"/>
                <a:ea typeface="Times New Roman"/>
                <a:cs typeface="Arial" panose="020B0604020202020204" pitchFamily="34" charset="0"/>
                <a:sym typeface="Times New Roman"/>
              </a:rPr>
              <a:t>Presenters must submit their PowerPoint file via Google form on or before </a:t>
            </a:r>
            <a:r>
              <a:rPr lang="en-US" b="1" dirty="0">
                <a:solidFill>
                  <a:schemeClr val="dk1"/>
                </a:solidFill>
                <a:latin typeface="Arial" panose="020B0604020202020204" pitchFamily="34" charset="0"/>
                <a:ea typeface="Times New Roman"/>
                <a:cs typeface="Arial" panose="020B0604020202020204" pitchFamily="34" charset="0"/>
                <a:sym typeface="Times New Roman"/>
              </a:rPr>
              <a:t>2</a:t>
            </a:r>
            <a:r>
              <a:rPr lang="en-US" b="1" baseline="30000" dirty="0">
                <a:solidFill>
                  <a:schemeClr val="dk1"/>
                </a:solidFill>
                <a:latin typeface="Arial" panose="020B0604020202020204" pitchFamily="34" charset="0"/>
                <a:ea typeface="Times New Roman"/>
                <a:cs typeface="Arial" panose="020B0604020202020204" pitchFamily="34" charset="0"/>
                <a:sym typeface="Times New Roman"/>
              </a:rPr>
              <a:t>nd</a:t>
            </a:r>
            <a:r>
              <a:rPr lang="en-US" b="1" dirty="0">
                <a:solidFill>
                  <a:schemeClr val="dk1"/>
                </a:solidFill>
                <a:latin typeface="Arial" panose="020B0604020202020204" pitchFamily="34" charset="0"/>
                <a:ea typeface="Times New Roman"/>
                <a:cs typeface="Arial" panose="020B0604020202020204" pitchFamily="34" charset="0"/>
                <a:sym typeface="Times New Roman"/>
              </a:rPr>
              <a:t> June 2026. </a:t>
            </a:r>
            <a:endParaRPr lang="en-US" b="1" dirty="0">
              <a:latin typeface="Arial" panose="020B0604020202020204" pitchFamily="34" charset="0"/>
              <a:cs typeface="Arial" panose="020B0604020202020204" pitchFamily="34" charset="0"/>
            </a:endParaRPr>
          </a:p>
        </p:txBody>
      </p:sp>
      <p:sp>
        <p:nvSpPr>
          <p:cNvPr id="5" name="Footer Placeholder 4">
            <a:extLst>
              <a:ext uri="{FF2B5EF4-FFF2-40B4-BE49-F238E27FC236}">
                <a16:creationId xmlns:a16="http://schemas.microsoft.com/office/drawing/2014/main" id="{44EFA12D-4844-CD38-E65C-33AF8AB4611D}"/>
              </a:ext>
            </a:extLst>
          </p:cNvPr>
          <p:cNvSpPr>
            <a:spLocks noGrp="1"/>
          </p:cNvSpPr>
          <p:nvPr>
            <p:ph type="ftr" sz="quarter" idx="11"/>
          </p:nvPr>
        </p:nvSpPr>
        <p:spPr>
          <a:xfrm>
            <a:off x="3863340" y="6265103"/>
            <a:ext cx="4465320" cy="502092"/>
          </a:xfrm>
        </p:spPr>
        <p:txBody>
          <a:bodyPr/>
          <a:lstStyle/>
          <a:p>
            <a:r>
              <a:rPr lang="en-US" dirty="0"/>
              <a:t>Pavement Sustainability Frontiers: From Materials to Maintenance</a:t>
            </a:r>
            <a:endParaRPr lang="en-IN" dirty="0"/>
          </a:p>
        </p:txBody>
      </p:sp>
      <p:sp>
        <p:nvSpPr>
          <p:cNvPr id="6" name="Slide Number Placeholder 5">
            <a:extLst>
              <a:ext uri="{FF2B5EF4-FFF2-40B4-BE49-F238E27FC236}">
                <a16:creationId xmlns:a16="http://schemas.microsoft.com/office/drawing/2014/main" id="{BF1CD290-52DF-3743-4CDB-9FEE86090729}"/>
              </a:ext>
            </a:extLst>
          </p:cNvPr>
          <p:cNvSpPr>
            <a:spLocks noGrp="1"/>
          </p:cNvSpPr>
          <p:nvPr>
            <p:ph type="sldNum" sz="quarter" idx="12"/>
          </p:nvPr>
        </p:nvSpPr>
        <p:spPr>
          <a:xfrm>
            <a:off x="9056370" y="6356350"/>
            <a:ext cx="2743200" cy="365125"/>
          </a:xfrm>
        </p:spPr>
        <p:txBody>
          <a:bodyPr/>
          <a:lstStyle/>
          <a:p>
            <a:fld id="{97B32349-2180-4B67-A189-4DD30E0D9322}" type="slidenum">
              <a:rPr lang="en-IN" smtClean="0"/>
              <a:t>2</a:t>
            </a:fld>
            <a:endParaRPr lang="en-IN"/>
          </a:p>
        </p:txBody>
      </p:sp>
    </p:spTree>
    <p:extLst>
      <p:ext uri="{BB962C8B-B14F-4D97-AF65-F5344CB8AC3E}">
        <p14:creationId xmlns:p14="http://schemas.microsoft.com/office/powerpoint/2010/main" val="370333277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106</TotalTime>
  <Words>212</Words>
  <Application>Microsoft Office PowerPoint</Application>
  <PresentationFormat>Widescreen</PresentationFormat>
  <Paragraphs>16</Paragraphs>
  <Slides>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vt:i4>
      </vt:variant>
    </vt:vector>
  </HeadingPairs>
  <TitlesOfParts>
    <vt:vector size="7" baseType="lpstr">
      <vt:lpstr>Arial</vt:lpstr>
      <vt:lpstr>Calibri</vt:lpstr>
      <vt:lpstr>Calibri Light</vt:lpstr>
      <vt:lpstr>Cambria</vt:lpstr>
      <vt:lpstr>Office Theme</vt:lpstr>
      <vt:lpstr>Symposium on Advanced Technologies and Visionary Approaches for Sustainability</vt:lpstr>
      <vt:lpstr>Click here to add title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Silpa Sekhar</dc:creator>
  <cp:lastModifiedBy>Silpa Sekhar</cp:lastModifiedBy>
  <cp:revision>13</cp:revision>
  <dcterms:created xsi:type="dcterms:W3CDTF">2026-05-21T06:16:27Z</dcterms:created>
  <dcterms:modified xsi:type="dcterms:W3CDTF">2026-05-21T08:50:06Z</dcterms:modified>
</cp:coreProperties>
</file>